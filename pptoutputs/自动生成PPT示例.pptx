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0" autoAdjust="0"/>
    <p:restoredTop sz="95340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552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1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039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te and Content 1 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4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80" r:id="rId3"/>
    <p:sldLayoutId id="2147483676" r:id="rId4"/>
    <p:sldLayoutId id="2147483681" r:id="rId5"/>
    <p:sldLayoutId id="214748368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图表示例</a:t>
            </a:r>
          </a:p>
        </p:txBody>
      </p:sp>
      <p:pic>
        <p:nvPicPr>
          <p:cNvPr id="3" name="Picture 2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6407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表格示例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04800">
                <a:tc>
                  <a:txBody>
                    <a:bodyPr/>
                    <a:lstStyle/>
                    <a:p>
                      <a:r>
                        <a:t>季度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销量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Arial Nova</vt:lpstr>
      <vt:lpstr>Biome</vt:lpstr>
      <vt:lpstr>Calibri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</dc:title>
  <cp:lastModifiedBy> </cp:lastModifiedBy>
  <cp:revision>12</cp:revision>
  <dcterms:created xsi:type="dcterms:W3CDTF">2024-01-05T14:58:10Z</dcterms:created>
  <dcterms:modified xsi:type="dcterms:W3CDTF">2024-10-14T13:56:56Z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