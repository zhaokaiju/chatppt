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799B23B-EC83-4686-B30A-512413B5E67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>
            <a:fillRect/>
          </a:stretch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>
            <a:fillRect/>
          </a:stretch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COMMONDATA" val="eyJoZGlkIjoiZDQyMzI2NmYwYzliZjI2YTRiNzE2ZDdhYzc4YzhmMzIifQ==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2" baseType="lpstr">
      <vt:lpstr>Arial</vt:lpstr>
      <vt:lpstr>宋体</vt:lpstr>
      <vt:lpstr>Wingdings</vt:lpstr>
      <vt:lpstr>Gill Sans MT</vt:lpstr>
      <vt:lpstr>微软雅黑</vt:lpstr>
      <vt:lpstr>Arial Unicode MS</vt:lpstr>
      <vt:lpstr>华文中宋</vt:lpstr>
      <vt:lpstr>Calibri</vt:lpstr>
      <vt:lpstr>等线</vt:lpstr>
      <vt:lpstr>Aptos</vt:lpstr>
      <vt:lpstr>Segoe Print</vt:lpstr>
      <vt:lpstr>Parcel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dc:creator/>
  <cp:lastModifiedBy>WPS_1680363948</cp:lastModifiedBy>
  <cp:revision>8</cp:revision>
  <dcterms:created xsi:type="dcterms:W3CDTF">2025-08-10T06:59:00Z</dcterms:created>
  <dcterms:modified xsi:type="dcterms:W3CDTF">2025-08-10T07:08:24Z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9E766AACE1D9494FB8608876F942481B</vt:lpwstr>
  </property>
  <property fmtid="{D5CDD505-2E9C-101B-9397-08002B2CF9AE}" pid="5" name="KSOProductBuildVer">
    <vt:lpwstr>2052-11.1.0.11830</vt:lpwstr>
  </property>
</Properties>
</file>